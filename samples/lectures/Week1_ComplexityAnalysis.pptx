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 and a review of algorithm complexity: Big-O, Big-Theta, Big-Omega, and space complexity.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CS141 Intermediate Data Structures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5 Subconcepts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Course Overview and Learning Objectives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 of Recursion and Iterative Thinking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Big-O, Big-Theta, and Big-Omega Notation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Analyzing Loops and Recursive Algorithms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Time vs. Space Complexity Trade-offs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and Learning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 in CS141 and what's expected of you.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Course Covers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CS141 is about building the data structures you'll use for the rest of your CS career.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linked lists, stacks, queues, and deques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Trees: binary trees, BSTs, balanced trees (AVL, Red-Black)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 and priority queues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tables and hash functions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Graphs: representation, traversal, and algorithms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implementation details, trade-offs, and complexity analysis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semester, you should be able to: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any algorithm's time and space complexity using Big-O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data structure for a given problem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each data structure from scratch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data structures on concrete performance criteria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worst-case, best-case, and average-case behavior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common patterns: divide-and-conquer, dynamic programming, graph traversal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Logistics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Lectures: Tuesday and Thursday, 10:00-11:20 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Monday 2-4 PM and Wednesday 1-3 PM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CS10 (Intro Programming), CS30 (Discrete Math)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Grading: 30% projects, 25% midterm, 35% final, 10% quizzes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Textbook: Goodrich, Tamassia, Goldwasser - Data Structures and Algorithms in Python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quizzes are mandatory. They drive the adaptive learning in Stitch.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Recursion and Iterative Thinking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solve problems by breaking them down. They differ in structure, not in power.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Recursion?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is when a function calls itself with a smaller version of the same problem.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recursive function has two parts: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the simplest input where the answer is obvious and no further recursion happens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case: reduces the problem to a smaller instance and calls itself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base case, the function never stops and you get a stack overflow.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Factorial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example. n! = n * (n-1) * (n-2) * ... *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Base case: factorial of 0 or 1 is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Recursive case: n * factorial of (n-1)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factorial(n - 1)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factorial(5)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= 5 * factorial(4)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= 5 * 4 * factorial(3)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= 5 * 4 * 3 * factorial(2)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= 5 * 4 * 3 * 2 * factorial(1)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= 5 * 4 * 3 * 2 *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= 120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vs. Iteration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problems by breaking them into smaller versions of themselves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natural for tree and graph traversals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natural for divide-and-conquer algorithms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call stack (hidden memory cost)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stack overflow for deep recursion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easier to read and reason about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problems using loops and explicit state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natural for simple linear problems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constant stack space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faster due to less function-call overhead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of stack overflow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harder to read for recursive patterns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recursion when the problem has a natural recursive structure (trees, divide-and-conquer)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iteration for linear work or when stack depth would be huge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recursive function can be rewritten iteratively (using an explicit stack)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iterative function can be rewritten recursively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a default recursion limit of 1000. Deep recursion needs iteration.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Big-O, Big-Theta, and Big-Omega Notation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describe how an algorithm's running time scales with input size.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These Notations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time depends on the computer, the language, the compiler, and the input.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a way to compare algorithms that ignores those details and focuses on how runtime grows as input size grows.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notation gives us exactly that: a way to describe the growth rate of an algorithm independent of hardware or constants.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Notation: Upper Bound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O(g(n)) means f grows AT MOST as fast as g.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Formally: there exist constants c &gt; 0 and n_0 such that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0 &lt;= f(n) &lt;= c * g(n) for all n &gt;= n_0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Big-O is the WORST-CASE growth rate.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 + 5 is O(n) -- drops constants and lower-order terms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n^2 + 100n is O(n^2)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polynomial is O(2^n)  (loose but technically true)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Big-Omega Notation: Lower Bound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Omega(g(n)) means f grows AT LEAST as fast as g.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Formally: there exist constants c &gt; 0 and n_0 such that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0 &lt;= c * g(n) &lt;= f(n) for all n &gt;= n_0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Big-Omega is the BEST-CASE growth rate.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sorting algorithm is Omega(n) -- you must at least look at each element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Comparison-based sorting is Omega(n log n)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Big-Theta Notation: Tight Bound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Theta(g(n)) means f grows EXACTLY as fast as g (up to constants).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Theta(g(n)) if and only if f = O(g(n)) AND f = Omega(g(n))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Big-Theta is the MOST PRECISE statement.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is Theta(n log n) -- tight bound on both ends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is Theta(log 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say an algorithm 'is O(n log n),' they usually mean Theta.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Complexity Classes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fastest-growing to slowest-growing: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O(1): Constant. Hash table lookup, array index.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n): Logarithmic. Binary search.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O(n): Linear. Traversing an array.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n): Linearithmic. Merge sort, heap sort.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O(n^2): Quadratic. Bubble sort, nested loops.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O(n^3): Cubic. Some matrix algorithms.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O(2^n): Exponential. Brute-force subset enumeration.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O(n!): Factorial. Brute-force traveling salesman.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Loops and Recursive Algorithms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code, how do you determine its complexity?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Analyzing Loops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loop from 0 to n executes n times -&gt; O(n)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multiply: two nested loops each n times -&gt; O(n^2)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loops add: O(n) + O(n) = O(n)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whose index doubles (i *= 2) runs log(n) times -&gt; O(log 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whose index halves (i /= 2) also runs log(n) times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don't matter: O(5n) is O(n)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Lower-order terms don't matter: O(n^2 + n) is O(n^2)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Nested Loop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loops run n times, so total operations are n * n = n^2.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contains_duplicates(arr):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len(arr)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              # n iterations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 + 1, n):   # up to n iterations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arr[i] == arr[j]: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operations: n * (n-1) /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Complexity: O(n^2)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Logarithmic Loop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doubles each time, so the loop runs log(n) times.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count_doublings(n):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*= 2      # doubles each iteration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+=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n = 1024, i goes 1, 2, 4, 8, 16, 32, 64, 128, 256, 512 = 10 steps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Complexity: O(log n)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Recursive Algorithms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a recursive function, count: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recursive calls are made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work is done at each level (outside the recursive call)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 the recursion goes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a recurrence relation like T(n) = 2*T(n/2) + O(n).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learn the Master Theorem in Week 4 to solve these quickly.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now: identify the recurrence and reason about it.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Recursive Fibonacci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makes two recursive calls with O(1) work per call. Depth is n. This gives O(2^n).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 - 1) + fib(n - 2)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Recurrence: T(n) = T(n-1) + T(n-2) + O(1)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Solves to O(2^n) -- disastrously slow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Improved with memoization: O(n) time, O(n) 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fib_memo(n, memo={}):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fib_memo(n-1, memo) + fib_memo(n-2, memo)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memo[n]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vs. Space Complexity Trade-offs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algorithms often use more memory, and memory-efficient ones often run slower. Understanding the trade-off is key to choosing wisely.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What Counts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 measures extra memory used beyond the input.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 itself does NOT count -- we measure auxiliary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variables: O(1) unless they scale with 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lists, and data structures you create: their size 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call stack: counts as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data structures multiply: a list of n lists each size n is O(n^2) space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Space Complexity Patterns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O(1): Constant space. In-place algorithms like bubble sort.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n): Logarithmic. Recursion depth of binary search or balanced tree ops.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O(n): Linear. Copying an array, building a hash set from n items.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O(n^2): Quadratic. Building an n-by-n matrix.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Time-Space Trade-offs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Memoization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recursion: O(2^n) time, O(n) stack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Memoized recursion: O(n) time, O(n) additional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Trade: more space for massively less time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Hash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search: O(n) time, O(1) extra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lookup: O(1) time, O(n) extra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Trade: more space for constant-time access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Sorted vs. unsorted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 list search: O(n) time, O(1)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list + binary search: O(log n) time after O(n log n) preprocessing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Prioritize Which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time optimization when: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a fast, memory-rich machine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is queried repeatedly (precomputation pays off)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latency matters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space optimization when: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embedded or memory-constrained 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huge and doesn't fit in RAM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transient and caching would be wasted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measure, then optimize the actual bottleneck.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What You Should Know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Recursion has a base case and recursive case; without base case you loop forever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Big-O is an upper bound; Big-Omega is a lower bound; Big-Theta is both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Common classes: O(1), O(log n), O(n), O(n log n), O(n^2), O(2^n)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Nested loops multiply; sequential loops add; doubling indices are logarithmic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Memoization trades space for time, hash tables trade space for lookup speed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Arrays, Dynamic Arrays, and Linked Lists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 arrays and amortized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and doubly linked lists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nodes and circular lists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Head-to-head: when to use which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due end of Week 3. Focus on complexity analysis problems.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Complexity Analysis</dc:title>
  <dc:subject>PptxGenJS Presentation</dc:subject>
  <dc:creator>CS141</dc:creator>
  <cp:lastModifiedBy>CS141</cp:lastModifiedBy>
  <cp:revision>1</cp:revision>
  <dcterms:created xsi:type="dcterms:W3CDTF">2026-04-19T07:31:40Z</dcterms:created>
  <dcterms:modified xsi:type="dcterms:W3CDTF">2026-04-19T07:31:40Z</dcterms:modified>
</cp:coreProperties>
</file>