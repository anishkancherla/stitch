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CS141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21031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 Introduction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of Complexity Analysis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Data Structures  ·  Spring 2026  ·  Prof. Sanchez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logistics &amp; expectations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00600" y="146304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4630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 structures matter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51460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14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algorithm complexity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251460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2514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Big-O notation &amp; asymptotic analysis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loops and recursion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00600" y="3566160"/>
            <a:ext cx="4572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complexity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 Logistics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651760" y="14173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/ Thu, 10:00 – 11:20 AM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057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2011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Projects, 25% Midterm, 35% Final, 10% Quizzes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26060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CS10 (Intro Programming), CS30 (Discrete Math)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32004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2-4 PM · Wed 1-3 PM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37947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Goodrich, Tamassia, Goldwasser — Data Structures and Algorithms in Python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Data Structures Matter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data structure can mean the difference between a program that runs in milliseconds and one that takes hours.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688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1,000×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a million items — hash table vs unsorted array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0600" y="2286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you'll see this in practice: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2697480"/>
            <a:ext cx="3886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Databases: B+ trees for indexed lookup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Networking: heaps for packet scheduling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Compilers: hash tables for symbol tables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spatial trees for collision detection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networks: graphs for connections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Algorithm Complexity?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measures how an algorithm's resource usage — time or space — grows as the input size grows.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questions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38404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Complexity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algorithm take to run, measured in number of primitive operations as a function of input size 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2743200"/>
            <a:ext cx="38404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2880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Complexity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32461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memory does the algorithm use, measured in units of storage as a function of input size n?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 Notation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upper bound on the growth rate of a function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8001000" cy="128016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DEFINITION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f(n) = O(g(n)) if there exist positive constants c and n₀ such that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≤ f(n) ≤ c · g(n)   for all n ≥ n₀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Intuition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Big-O describes how the running time scales as input grows large.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 constant factors: 3n² + 50 is O(n²).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 lower-order terms: n² + n + 5 is O(n²).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upper bound — f(n) grows no faster than g(n).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Complexity Classes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8001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292608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1,000,000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index access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sort, Heap 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million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Bubble sort, nested loops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trillion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O(2ⁿ)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 enumeration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O(n!)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Brute-force TSP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cosmologically bad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85800" y="4434840"/>
            <a:ext cx="8001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prefer lower complexity classes when possible. O(n log n) sorting beats O(n²) dramatically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Asymptotic Notations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describe growth rates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28800"/>
            <a:ext cx="109728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O(g(n))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65176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2240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 — grows no faster than g(n)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78892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788920"/>
            <a:ext cx="109728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Ω(g(n))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Big-Omega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200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— grows at least as fast as g(n)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74904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49040"/>
            <a:ext cx="109728" cy="82296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86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Θ(g(n))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Big-Theta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41605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bound — grows at the same rate as g(n)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800600"/>
            <a:ext cx="8001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says "this algorithm is O(n log n)" they usually mean the tight bound Θ(n log n).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Analyzing Loops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how many times the inner work executes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840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Loop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arr[i]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n times → O(n)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scan. Every element is touched exactly once.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737360"/>
            <a:ext cx="3840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7492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Nested Loop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4920" y="22860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matrix[i][j] = 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4920" y="33832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n × n times → O(n²)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379476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Quadratic. Doubling n makes the work 4× slower.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Best, Worst, and Average Case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search for value x in an unsorted array of size 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28800"/>
            <a:ext cx="10972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385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Case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2677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Ω(1)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29000" y="2057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at position 0 — found immediately.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78892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788920"/>
            <a:ext cx="10972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986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Worst Case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22783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30175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at the last position, or not present at 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3749040"/>
            <a:ext cx="8001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49040"/>
            <a:ext cx="109728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58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Θ(n)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29000" y="3977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uniform random placement, we examine n/2 elements on average.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800600"/>
            <a:ext cx="8001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course, "complexity" means worst-case unless stated otherwise.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Complexity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extra memory used beyond the input itself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8001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385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O(1)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468880" y="1901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Space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214884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swap, two-pointer traversal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001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6700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Space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68880" y="28803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the input, building a hash set of elements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291840"/>
            <a:ext cx="8001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015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68880" y="33649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Space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361188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n×n distance matrix or DP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023360"/>
            <a:ext cx="8001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133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O(log n)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68880" y="40965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Logarithmic (Stack) Space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434340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binary search call stack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846320"/>
            <a:ext cx="8001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algorithms hide space cost in the call stack — always account for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1887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measures how algorithms scale with input size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Big-O is an upper bound; Big-Omega a lower bound; Big-Theta a tight bound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classes: O(1), O(log n), O(n), O(n log n), O(n²), O(2ⁿ)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loops by counting iterations; nested loops multiply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is our default unless stated otherwise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complexity includes recursive call-stack usage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3931920"/>
            <a:ext cx="8001000" cy="9144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429768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 and Linked Lists — implementation, trade-offs, and complexity analysis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1: Course Introduction &amp; Review of Complexity Analysis</dc:title>
  <dc:subject>PptxGenJS Presentation</dc:subject>
  <dc:creator>CS141 - Intermediate Data Structures</dc:creator>
  <cp:lastModifiedBy>CS141 - Intermediate Data Structures</cp:lastModifiedBy>
  <cp:revision>1</cp:revision>
  <dcterms:created xsi:type="dcterms:W3CDTF">2026-04-18T23:15:40Z</dcterms:created>
  <dcterms:modified xsi:type="dcterms:W3CDTF">2026-04-18T23:15:40Z</dcterms:modified>
</cp:coreProperties>
</file>