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and Divide-and-Conquer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recursion techniques and the sorting algorithms that built modern computing.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CS141 Intermediate Data Structures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5 Subconcepts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Memoization and Tail Recursion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Merge Sort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Quicksort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Recurrence Relations and the Master Theorem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Practical Sorting Trade-offs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 and Tail Recursion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techniques for making recursion faster and more memory-efficient.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Repeated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recursion often recomputes the same answers over and over.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fib(5) calls fib(4) and fib(3). fib(4) calls fib(3) and fib(2). fib(3) is computed TWICE.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fib(30), there are about 1.3 million function calls -- most of them duplicates.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remember answers you've already computed, and reuse them.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Memoization?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Memoization: cache the result of each recursive call, keyed by its arguments.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call the function with the same arguments again, return the cached result instead of recomputing.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must be 'pure' -- same input always produces same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must be hashable (to use as dict keys)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 trades space (the cache) for time (avoided computation).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Memoized Fibonacci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recursion is O(2^n). Memoized is O(n).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memoization: O(2^n)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memoization: O(n) time, O(n)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fib_memo(n, cache={}):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cache: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cache[n]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cache[n] = fib_memo(n-1) + fib_memo(n-2)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cache[n]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has a built-in decorator for this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fib_cached(n):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fib_cached(n-1) + fib_cached(n-2)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Tail Recursion?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call is in TAIL POSITION if it's the last operation in the function.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tail: return n * factorial(n-1)  -- the multiply happens after the call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Tail:     return factorial(n-1, acc * n)  -- the call is the last thing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tail-recursive functions can be optimized to use constant stack space -- the compiler reuses the current stack frame instead of pushing a new one.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like Scheme and Scala do this. Python does NOT -- all recursion costs stack space.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Tail-Recursive Factorial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with an accumulator puts the recursive call in tail position.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tail-recursive: multiplication happens AFTER the call returns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  # multiply is not a tail call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Tail-recursive: use an accumulator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factorial_tail(n, acc=1):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acc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factorial_tail(n - 1, acc * n)  # call is in tail position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Python both take O(n) stack (no TCO).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Scheme/Scala, the second runs in O(1) stack.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divide-and-conquer sort. Theta(n log n) worst case, always.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Divide-and-conquer is a three-step pattern: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DIVIDE: split the problem into smaller subproblems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CONQUER: solve each subproblem recursively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COMBINE: merge the solutions of subproblems into a solution for the original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applies this exactly: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Divide: split array in half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Conquer: recursively sort each half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merge the two sorted halves into one sorted array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divides, then merges sorted halves.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merge_sort(arr):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len(arr)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len(arr) //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= merge_sort(arr[:mid])     # sort left half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= merge_sort(arr[mid:])    # sort right half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merge(left, right)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merge(left, right):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j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len(left) and j &lt; len(right):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left[i] &lt;= right[j]: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result.append(left[i])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+=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result.append(right[j])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+=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result.extend(left[i:])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result.extend(right[j:])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Complexity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Theta(n log n) -- always, regardless of input.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levels of recursion (array halves each time)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work at each level (the merge step examines every element)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n * log 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O(n) -- the merge step creates new arrays.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merge sort: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Predictable: always the same complexity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 equal elements keep their relative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in practice than quicksort due to the extra memory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merge sort in practice, but has a bad worst case. Used in most standard libraries.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Algorithm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is another divide-and-conquer sort, but the division is different: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a PIVOT element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PARTITION: rearrange so all elements &lt; pivot are left, all &gt; pivot are right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Recursively sort the left partition and the right partition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 merge step needed -- the array is already in place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partition step does the hard work. The pivot ends up in its final sorted position after one partition.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(Lomuto Partition)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partition: everything smaller than the pivot goes left.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quicksort(arr, low=0, high=None):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high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high = len(arr) - 1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low &lt; high: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= partition(arr, low, high)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quicksort(arr, low, p - 1)     # sort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quicksort(arr, p + 1, high)    # sort right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partition(arr, low, high):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pivot = arr[high]   # last element as pivot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low - 1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range(low, high):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arr[j] &lt;= pivot: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+=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arr[i], arr[j] = arr[j], arr[i]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arr[i+1], arr[high] = arr[high], arr[i+1]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 + 1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 Complexity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case: Theta(n log n) -- same as merge sort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Theta(n log n) -- when the pivot splits evenly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O(n^2) -- when the pivot is always smallest or largest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occurs when: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is already sorted and pivot is always the last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is reverse sorted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are equal (with naive partition)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O(log n) average for recursion depth, O(n) worst case.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merge sort in practice despite worse worst-case, due to cache locality and in-place partitioning.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Worst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techniques improve pivot choice and avoid O(n^2):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pivot: pick pivot uniformly at random. Makes worst case unlikely.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Median-of-three: pick the median of first, middle, last elements.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Introsort: use quicksort normally, but fall back to heapsort if recursion gets too deep.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standard libraries (C++ std::sort, Java Arrays.sort) all use some variant of quicksort with these protections.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Relations and the Master Theorem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for solving divide-and-conquer recurrences without drawing out the recursion tree.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Relations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recurrence relation expresses an algorithm's runtime in terms of smaller instances of itself.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sort: T(n) = 2 * T(n/2) + O(n)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Two subproblems each of size n/2, plus O(n) merge work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T(n) = T(n/2) + O(1)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One subproblem of size n/2, plus O(1) comparison work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scan: T(n) = T(n-1) + O(1)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Size decreases by 1, with constant work per step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Theorem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recurrences of the form T(n) = a * T(n/b) + f(n),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&gt;= 1, b &gt; 1, and f(n) is the non-recursive work: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f(n) to n^(log_b(a)):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f(n) grows slower than n^(log_b a). Then T(n) = Theta(n^(log_b a))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f(n) grows same rate as n^(log_b a). Then T(n) = Theta(n^(log_b a) * 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f(n) grows faster than n^(log_b a). Then T(n) = Theta(f(n))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Examples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sort: T(n) = 2 T(n/2) + O(n)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a=2, b=2, f(n)=n. n^(log_2 2) = n. Same rate -&gt; Case 2.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T(n) = Theta(n log 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T(n) = T(n/2) + O(1)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a=1, b=2, f(n)=1. n^(log_2 1) = 1. Same rate -&gt; Case 2.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T(n) = Theta(log 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Strassen's matrix multiply: T(n) = 7 T(n/2) + O(n^2)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a=7, b=2, f(n)=n^2. n^(log_2 7) ~= n^2.807. f(n) grows slower -&gt; Case 1.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T(n) = Theta(n^2.807)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Master Theorem Doesn't Apply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Theorem handles MANY common recurrences but not all.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apply when: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subproblem sizes are unequal (like T(n) = T(n/3) + T(2n/3) +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not a constant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depends on 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decreases by subtraction instead of division (T(n) = T(n-1) + ...)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those, use the recursion tree method or substitution.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Sorting Trade-offs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sort for your data and constraints.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Merge Sort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guaranteed O(n log n), no matter the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sorting a LINKED LIST (merge sort is natural for linked lists)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sorting data that doesn't fit in memory (external merge sort)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stable sort (equal elements keep relative order)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 a language where memory overhead is cheap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Quicksort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sorting an array in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good cache performance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tolerate O(n^2) worst case (or you implement protection)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minimize extra memory usage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library sort is typically quicksort -- trust it for most cases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Either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nearly-sorted data: use insertion sort (O(n) if nearly sorted)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 small array (n &lt; 20): insertion sort is often faster due to low constants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data with known small range: counting sort or radix sort can beat O(n log 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integers in range [0, k] where k = O(n): counting sort is O(n)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 sorting libraries use HYBRID approaches: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Timsort (Python, Java): merge sort + insertion sort for small subarrays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Introsort (C++): quicksort + heapsort fallback + insertion sort for small parts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Bound: Can We Do Better Than n log 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comparison-based sorting: NO.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sorting algorithm that only compares elements must do at least Theta(n log n) comparisons in the worst case. This is proven.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if you know something SPECIFIC about your data: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in a small range: counting sort is O(n + 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with fixed number of digits: radix sort is O(nk)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already nearly-sorted: adaptive algorithms are O(n)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your data lets you break the n log n barrier.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What You Should Know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Memoization caches recursive results, turning exponential into polynomial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Merge sort is always Theta(n log n), stable, but needs O(n) extra space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Quicksort averages Theta(n log n), uses less memory, but has O(n^2) worst case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Master Theorem solves most divide-and-conquer recurrences in three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 comparison sort can beat Theta(n log n), but non-comparison sorts can be O(n)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Binary Trees and Binary Search Trees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terminology: height, depth, balance, traversals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operations: insert, search, delete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traversals: in-order, pre-order, post-order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 vs. worst case performance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balanced trees matter (preview of AVL next week)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due. Assignment 3 released.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Recursion and Divide-and-Conquer</dc:title>
  <dc:subject>PptxGenJS Presentation</dc:subject>
  <dc:creator>CS141</dc:creator>
  <cp:lastModifiedBy>CS141</cp:lastModifiedBy>
  <cp:revision>1</cp:revision>
  <dcterms:created xsi:type="dcterms:W3CDTF">2026-04-19T07:35:17Z</dcterms:created>
  <dcterms:modified xsi:type="dcterms:W3CDTF">2026-04-19T07:35:17Z</dcterms:modified>
</cp:coreProperties>
</file>