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and Queues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fundamental abstract data types with restricted access patterns.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CS141 Intermediate Data Structures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5 Subconcepts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Stack ADT and Its Operations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Stack Implementations: Array-Based vs. Linked List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Stack Applications: Parsing and Backtracking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Queue ADT and Circular Array Implementation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Deques and Priority Queues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ADT and Its Operations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Last-in, first-out. The most restricted and most useful data structure.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ADT?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Data Type (ADT) defines operations without specifying implementation.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ADT is defined by what it does, not how it stores data.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implement a stack with an array, a linked list, or anything else -- as long as the operations work correctly.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supports exactly these operations: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push(x): add element x to the top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pop(): remove and return the top element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 or top(): return the top element without removing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is_empty(): check if the stack has any elements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size(): number of elements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(Last-In, First-Out): the most recently added element is always the next to be removed.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Restriction?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restrict access to just the top?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restriction matches many real-world problems (function calls, parsing, undo history)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restricted interface is easier to reason about and easier to implement efficiently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stack operations can run in O(1)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 the stack can't misuse it -- no accidentally grabbing the middle element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recurring pattern in CS: restriction enables optimization and guarantees.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Usage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tracks the most recently seen element.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= 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stack.append(1)    # push 1    -&gt; [1]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stack.append(2)    # push 2    -&gt; [1, 2]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stack.append(3)    # push 3    -&gt; [1, 2, 3]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print(stack[-1])   # peek      -&gt;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print(stack.pop()) # pop       -&gt; 3, stack is [1, 2]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print(stack.pop()) # pop       -&gt; 2, stack is [1]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print(len(stack))  # size      -&gt;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stack)   # is_empty  -&gt; False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Implementations: Array-Based vs. Linked 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valid ways to build a stack. Both give O(1) for all operations.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dynamic array. Top is the last element.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ArrayStack: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self.data = []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push(self, x):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self.data.append(x)       # amortized O(1)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pop(self):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self.data: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IndexError("pop from empty stack")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self.data.pop()    # O(1)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peek(self):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self.data: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IndexError("peek at empty stack")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self.data[-1]      # O(1)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len(self.data) == 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size(self):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len(self.data)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Linked-List-Based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singly linked list. Top is the head.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value):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=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self.next = None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LinkedStack: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None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self.count = 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push(self, x):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new_node = Node(x)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new_node.next = self.head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new_node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self.count += 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pop(self):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self.head is None: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IndexError("pop from empty stack")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 = self.head.value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self.head.next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self.count -=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value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vs. Linked List Stack: Trade-offs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push amortized (occasional resize is O(n))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pop, peek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Cache-friendly: elements contiguous in memory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memory overhead per element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limit if using static array; dynamic arrays fix this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languages' stack implementations use this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Linked-List-Based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6002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push, pop, peek (no amortization)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push allocates a node (GC pressure)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cache locality: nodes scattered in memory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memory per element (the next pointer)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needs to copy-on-resize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predictable per-op cost matters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Applications: Parsing and Backtracking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stacks show up in real software.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call is pushed onto the call stack. When the function returns, it's popped.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recursion uses stack space: each recursive call pushes a new frame.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= call stack exceeds its allowed depth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traces show the current stack, innermost call on top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Tail-call optimization can avoid pushing frames for tail-recursive calls (but Python doesn't do this)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Balanced Parentheses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every open paren has a matching close paren in the correct order.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is_balanced(s):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pairs = {')': '(', ']': '[', '}': '{'}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char in 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char in '([{':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stack.append(char)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char in ')]}':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stack or stack[-1] != pairs[char]: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stack.pop()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len(stack) == 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print(is_balanced("((a+b)*[c-d])"))  #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print(is_balanced("([)]"))           # False -- wrong order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Expression Evaluation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and evaluating postfix expressions with a stack.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eval_postfix(expr):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"3 4 + 2 *" = (3 + 4) * 2 = 14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token in expr.split():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token in ['+', '-', '*', '/']: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 = stack.pop()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 = stack.pop()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token == '+': stack.append(a + 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token == '-': stack.append(a - 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token == '*': stack.append(a * 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token == '/': stack.append(a / 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stack.append(int(token))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stack[0]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print(eval_postfix("3 4 + 2 *"))  # 14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Backtracking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algorithms explore possibilities, abandon wrong paths, and retry.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(either explicit or via recursion) keeps track of 'where was I before I tried this?'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solving: stack remembers path taken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N-Queens: stack tracks partial board state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Sudoku: stack tracks pending decisions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Undo/Redo: stack of previous states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 you're exploring a tree of choices, you're using a stack.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ADT and Circular Array Implementation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First-in, first-out. The data structure behind scheduling, buffering, and breadth-first search.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supports exactly these operations: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enqueue(x): add element x to the back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dequeue(): remove and return the front element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front(): return the front element without removing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is_empty(): check if the queue has any elements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size(): number of elements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(First-In, First-Out): elements are removed in the same order they were added.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Array Implementation is Wrong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try: use a Python list. Enqueue with append(), dequeue with pop(0).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pop(0) is O(n) because all remaining elements shift left by one.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enqueues and n dequeues: total cost O(n^2). Terrible.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something better for queues specifically.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Array (Ring Buffer)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fixed-size array with two pointers: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front: index of the next element to dequeue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back: index where the next element will be enqueued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back reaches the end of the array, it wraps around to index 0 (using modulo).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shifting, no resizing (if size stays bounded). Both operations are O(1).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acts like a circle. Front chases back, back chases front around the ring.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Array Queue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Fixed-size, O(1) enqueue and dequeue using modulo wrap.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CircularQueue: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capacity):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self.data = [None] * capacity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self.capacity = capacity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self.front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self.size = 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enqueue(self, x):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self.size == self.capacity: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OverflowError("queue full")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 = (self.front + self.size) % self.capacity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self.data[back] = 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self.size += 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dequeue(self):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self.size == 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IndexError("dequeue from empty queue")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 = self.data[self.front]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self.data[self.front] = None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self.front = (self.front + 1) % self.capacity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self.size -=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value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Linked-List-Based Queue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use a singly linked list with both head and tail pointers.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enqueue(x): add after tail, advance tail -- O(1)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dequeue(): return head's value, advance head -- O(1)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over circular array: no size limit, no resize events.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worse cache locality, more memory overhead.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collections.deque combines the best of both: a linked list of arrays.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Deques and Priority Queues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specialized variants with different access patterns.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Deque?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(pronounced 'deck') = Double-Ended Queue.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all operations at BOTH ends in O(1):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push_front(x), pop_front()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push_back(x), pop_back()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both stacks and queues: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push_front + pop_front: it's a stack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push_back + pop_front: it's a queue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collections.deque is heavily optimized for this. Use it when you need fast access at either end.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deque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or unbounded, O(1) at both ends.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 = deque([1, 2, 3])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dq.append(4)          # O(1) -- now [1, 2, 3, 4]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dq.appendleft(0)      # O(1) -- now [0, 1, 2, 3, 4]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dq.pop()              # O(1) -- returns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dq.popleft()          # O(1) -- returns 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Bounded deque: oldest auto-evicted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 = deque(maxlen=3)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recent.append(1); recent.append(2); recent.append(3)  # [1,2,3]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recent.append(4)      # [2,3,4] -- 1 was evicted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Priority Queue?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queue returns elements in order of PRIORITY, not arrival time.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insert(x, priority): add element with a priority value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extract_min() or extract_max(): remove and return the element with the best priority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with highest (or lowest) priority always comes out first, regardless of when it was added.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shortest path (extract closest unvisited node)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schedulers (extract highest-priority task)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coding (merge two smallest frequencies)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simulation (process earliest event)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Implementations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Unsorted array: insert O(1), extract O(n). Bad for extract-heavy workloads.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array: insert O(n), extract O(1). Bad for insert-heavy workloads.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heap: insert O(log n), extract O(log n). Balanced -- the usual choice.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heap: insert O(1), extract O(log n) amortized. Complex, rarely used in practice.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build heaps from scratch in Week 7. Python has heapq if you need one sooner.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What You Should Know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Stack is LIFO: push, pop, peek, all O(1)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Queue is FIFO: enqueue at back, dequeue at front, both O(1)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Circular arrays make queue O(1) without expensive shifting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Deque allows O(1) at both ends; generalizes stacks and queues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Priority queue orders by priority, not arrival. Usually implemented with a heap.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Recursion and Divide-and-Conquer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recursion: memoization and tail recursion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deep dive (Theta(n log n))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Quicksort deep dive (worst case and average case)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relations and the Master Theorem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sorts are the foundation of everything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due. Assignment 2 released.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Stacks and Queues</dc:title>
  <dc:subject>PptxGenJS Presentation</dc:subject>
  <dc:creator>CS141</dc:creator>
  <cp:lastModifiedBy>CS141</cp:lastModifiedBy>
  <cp:revision>1</cp:revision>
  <dcterms:created xsi:type="dcterms:W3CDTF">2026-04-19T07:34:07Z</dcterms:created>
  <dcterms:modified xsi:type="dcterms:W3CDTF">2026-04-19T07:34:07Z</dcterms:modified>
</cp:coreProperties>
</file>