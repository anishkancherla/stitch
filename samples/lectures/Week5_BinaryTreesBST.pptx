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Trees and Binary Search Trees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non-linear data structure. Trees are everywhere: file systems, databases, compilers, ML models.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CS141 Intermediate Data Structures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5 Subconcepts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Tree Terminology and Binary Tree Basics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Tree Traversals: In-Order, Pre-Order, Post-Order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Binary Search Tree Structure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BST Operations: Insert, Search, Delete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BST Performance: Average vs. Worst Case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Terminology and Binary Tree Basics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you'll need for every tree-related concept going forward.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Tree?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is a hierarchical data structure made up of NODES.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holds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has zero or more CHILD nodes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one special node called the ROOT -- the tree starts there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non-root node has exactly one PARENT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cycles: you can never reach a node by following children from itself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is a connected, acyclic graph with a designated root.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Tree Vocabulary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the topmost node, no parent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Leaf: a node with no children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node: a node with at least one child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the node directly above another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Child: a node directly below another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Sibling: nodes sharing the same parent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Ancestor: any node on the path from root to the node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Descendant: any node in the subtree rooted at a node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Subtree: a node and all its descendants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Depth, Height, and Level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a node: number of edges from the root to that node (root depth = 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a node: number of edges from the node to its deepest descendant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a tree: height of the root (equivalently, max depth of any node)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a node: same as depth + 1 (so root is level 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with n nodes can have height anywhere from log_2(n) (balanced) to n-1 (completely unbalanced, degenerate).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determines the cost of most tree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Trees Specifically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TREE is a tree where every node has AT MOST TWO children.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convention, the two children are called LEFT and RIGHT.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binary tree: every node has 0 or 2 children (never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binary tree: filled level-by-level, leftmost first. Heaps are complete binary trees.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binary tree: full AND all leaves at the same depth. Has exactly 2^h - 1 nodes.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binary tree: heights of left and right subtrees differ by at most 1 at every node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Node in Python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definition. Everything else builds on this.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TreeNode: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value, left=None, right=None):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self.left =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self.right = right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/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2  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TreeNode(1,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left=TreeNode(2, left=TreeNode(4)),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right=TreeNode(3))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Height of this tree is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4 is a leaf at depth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2 has height 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Traversals: In-Order, Pre-Order, Post-Order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visit every node in a binary tree. They differ in WHEN you process the current node.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Traversal?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traversal is a systematic way to visit every node in a tree exactly once.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trees, the three classic depth-first traversals differ by when the current node is processed relative to its children: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PRE-order:  process node, then left subtree, then right subtree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IN-order:   process left subtree, then node, then right subtree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POST-order: process left subtree, then right subtree, then node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visit every node once -&gt; O(n) time.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Traversals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traversal is a three-line recursive function differing only in order.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pre_order(node):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is None: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print(node.value)       # process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pre_order(node.left)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pre_order(node.right)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in_order(node):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is None: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in_order(node.left)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print(node.value)       # process in middle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in_order(node.right)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post_order(node):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is None: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post_order(node.left)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post_order(node.right)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print(node.value)       # process last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this tree: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/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2   3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/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4   5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Pre-order:  1, 2, 4, 5, 3   -- root before children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In-order:   4, 2, 5, 1, 3   -- root between children (on a BST: sorted order)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Post-order: 4, 5, 2, 3, 1   -- root after children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 Traversal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Pre-order: copying a tree, expression trees in prefix notation, serializing to disk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In-order: ON A BST, gives nodes in sorted order. Huge property.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Post-order: deleting a tree (delete children first, then self), computing file system sizes, expression trees in postfix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also: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(BFS): visit all nodes at depth 0, then depth 1, etc. Uses a queue, not recursion.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Traversal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queue instead of recursion. Processes all nodes at each depth before moving deeper.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level_order(root):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root is None: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 = deque([root])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queue: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queue.popleft()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print(node.value)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node.left: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queue.append(node.left)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node.right: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queue.append(node.right)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the tree above: 1, 2, 3, 4, 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ordering rule to a binary tree and you get efficient search, insert, and delete.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Search Tree (BST) is a binary tree where, for EVERY node: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the LEFT subtree are LESS THAN the node's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the RIGHT subtree are GREATER THAN the node's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(usually)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property must hold RECURSIVELY at every node, not just the root.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in-order traversal of a valid BST always produces values in sorted order. This is a useful sanity check.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BSTs Are Useful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 lets you narrow your search in half at each step.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value x in a BST: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equals the current node's value: found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is less than the current node's value: search left subtree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is greater: search right subtree only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tree version of binary search, but for a dynamic set where you can also insert and delete.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balanced BST with n nodes, search takes O(log n).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property: every left subtree has smaller values, every right subtree has larger.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/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3  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/ \   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1   6    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/ \  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4   7 13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In-order traversal: 1, 3, 4, 6, 7, 8, 10, 13, 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That's sorted -- confirms this is a valid BST.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verify programmatically: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is_bst(node, min_val=float('-inf'), max_val=float('inf')):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(min_val &lt; node.value &lt; max_val):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(is_bst(node.left, min_val, node.value)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is_bst(node.right, node.value, max_val))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Operations: Insert, Search, Delete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insert are easy. Delete has three cases.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Insert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walk down the tree using the BST property.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search(node, target):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is None or node.value == target: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target &lt; node.value: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search(node.left, target)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search(node.right, target)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insert(node,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TreeNode(value)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value &lt; node.value: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node.left = insert(node.left, 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value &gt; node.value: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node.right = insert(node.right, 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if equal, do nothing (no duplicates)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are O(h) where h is the tree's height.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 = log(n) if balanced, h = n if degenerate.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Deletion: Three Cases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node from a BST is the trickiest operation. First, find the node to delete. Then: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Node is a LEAF (no children)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Just remove it. Done.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Node has ONE child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Replace the node with its only child. The subtree's BST property is preserved.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Node has TWO children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 the IN-ORDER SUCCESSOR (smallest value in the right subtree).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Copy its value into the node to delete.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Delete the successor from the right subtree (it will be case 1 or 2).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three cases.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delete(node,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value &lt; node.value: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node.left = delete(node.left, 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value &gt; node.value: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node.right = delete(node.right, 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Found the node to delete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node.left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node.right          # case 1 or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node.right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node.left           # case 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Case 3: two children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successor = node.right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successor.left: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successor = successor.left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node.value = successor.value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node.right = delete(node.right, successor.value)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node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Min and Max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simple operations that follow from the BST property: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keep going left until there's no left child. That's your smallest value.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MAXIMUM: keep going right until there's no right child. That's your largest.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are O(h) where h is tree height.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balanced tree: O(log n). In a degenerate tree: O(n).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Performance: Average vs. Worst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BST can be logarithmic or linear depending on how you insert.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BST Operations are O(h)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basic BST operation -- search, insert, delete, find min, find max -- runs in O(h) time, where h is the tree's height.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of BSTs works ONLY IF the tree is balanced.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tree: h = Theta(log n) -&gt; all operations are Theta(log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tree (like a linked list): h = n-1 -&gt; all operations are O(n)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NOT automatic. Plain BSTs can become unbalanced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BSTs Become Degenerate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1, 2, 3, 4, 5 into an empty BST in that order: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1: root is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2: 2 &gt; 1, go right. Tree: 1 - 2 (right)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3: 3 &gt; 1, 3 &gt; 2, go right. Tree: 1 - 2 - 3 (all right children)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4, 5: same story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shape: 1 -&gt; 2 -&gt; 3 -&gt; 4 -&gt; 5. Height is 4. That's a LINKED LIST, not a balanced tree.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on this BST are now O(n). You lost everything.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vs. Worst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keys are inserted in RANDOM order: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height: Theta(log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operation time: Theta(log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AVERAGE CASE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keys arrive sorted (or reverse sorted):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n-1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time: O(n)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WORST CASE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often partially sorted. Plain BSTs are UNRELIABLE for real workloads.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Self-Balancing Trees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Self-balancing BSTs automatically restructure on insert and delete to keep the height O(log n) no matter what order keys arrive.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AVL trees and Red-Black trees.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trees: strictly balanced, faster lookups, slower inserts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Red-Black trees: loosely balanced, faster inserts, slightly slower lookups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Red-Black trees are used in: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Java's TreeMap and TreeSet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std::map and std::set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kernel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trees are used where read-heavy workloads dominate.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What You Should Know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Binary tree terminology: root, leaf, depth, height, subtree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Three recursive traversals: pre-order, in-order (sorted for BSTs), post-order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BST property: left subtree &lt; node &lt; right subtree, recursively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BST operations are O(h); deletion with two children needs the in-order successor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Plain BSTs degenerate on sorted input -- self-balancing trees (next week) fix this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Balanced Trees (AVL and Red-Black)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balancing matters: the guarantee of O(log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tree: balance factor, rotations, insert and delete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Red-Black tree: color invariants, rebalancing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which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due this week. Assignment 3 (BSTs) released.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Binary Trees and BSTs</dc:title>
  <dc:subject>PptxGenJS Presentation</dc:subject>
  <dc:creator>CS141</dc:creator>
  <cp:lastModifiedBy>CS141</cp:lastModifiedBy>
  <cp:revision>1</cp:revision>
  <dcterms:created xsi:type="dcterms:W3CDTF">2026-04-19T07:36:26Z</dcterms:created>
  <dcterms:modified xsi:type="dcterms:W3CDTF">2026-04-19T07:36:26Z</dcterms:modified>
</cp:coreProperties>
</file>