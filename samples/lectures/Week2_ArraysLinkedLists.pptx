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Linked Lists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arrays, dynamic arrays, linked lists, and when to use each.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CS141 Intermediate Data Structures  · 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5 Subconcepts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Static Arrays and Memory Layout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Dynamic Arrays and Amortized Analysis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Singly Linked Lists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Doubly Linked Lists and Sentinel Nodes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Circular Linked Lists and Performance Comparison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 and Memory Layout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data structure: a contiguous block of memory holding elements of the same type.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Static Array?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array is a fixed-size sequence of elements stored in contiguous memory.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is determined at creation and cannot change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elements are the same type (or at least same size in bytes)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are stored back-to-back in memory, with no gaps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of element i is: base_address + i * element_size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 Operations and Complexity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element at index i: O(1) -- direct memory calculation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element at index i: O(1) -- write to the computed address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an element: O(n) -- must scan linearly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the end: impossible, array is fixed size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in the middle: O(n) -- shift elements right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at index i: O(n) -- shift elements left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 in C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arrays are truly static: size is fixed at compile time or allocation.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Size fixed at compile time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numbers[10];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numbers[0] = 42;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numbers[9] = 100;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Accessing index 5 is O(1) because: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 address = &amp;numbers[0] + 5 * sizeof(int)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Cannot resize: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numbers[10] = 1;  // undefined behavior -- buffer overflow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Static Arrays Are Fast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reasons: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Direct addressing: element position is computed in a single step, not searched for.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Cache locality: when the CPU loads one element, it also loads nearby elements into cache. Sequential access is very fast because each load brings in multiple elements at once.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processing arrays in order is often dramatically faster than processing linked structures in memory.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Arrays and Amortized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Python lists and Java ArrayLists resize themselves, and why their append operation is O(1) on average.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Static Arrays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 have fixed size. What if you don't know how many elements you'll have?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solution: allocate a huge array. Wastes memory.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solution: start small, resize when needed.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Python lists, Java ArrayLists, and C++ vectors do behind the scenes.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Dynamic Arrays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dynamic array has two sizes: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size: how many elements are actually stored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how many elements the underlying array can hold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size == capacity and you append: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Allocate a new array with double the capacity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Copy all existing elements to the new array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Deallocate the old array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the new element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resize is O(n), but it happens rarely.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Analysis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complexity: the AVERAGE cost per operation over many operations.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Appending n elements to a dynamic array: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appends are O(1) -- just write to the next slot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Occasionally, an append triggers a resize, which copies all current elements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across n appends: ~2n operations (geometric series)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Amortized cost per append: 2n / n =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while any single append can be O(n), the average is O(1).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Doubling?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double the capacity instead of adding a fixed amount?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grow by +10 each time, each resize still costs O(n), and you resize n/10 times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cost: O(n) resizes * O(n) each = O(n^2) -- bad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doubling, resizes get rarer as the array grows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across n appends: O(n) -- good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is what makes amortized O(1) work.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chain of nodes where each node holds data and a pointer to the next node.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Linked List?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linked list is a sequence of nodes, where each node contains: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 (the data)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pointer to the next node in the sequence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is accessed through a head pointer. The last node's next pointer is null (None).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arrays, nodes are NOT contiguous in memory. They can be anywhere.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Node in Python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node class and a traversal example.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Node: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the list: 1 -&gt; 2 -&gt; 3 -&gt;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 = Node(1)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head.next = Node(2)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head.next.next = Node(3)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Traverse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=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current is not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print(current.value)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current.next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1, 2, 3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Singly Linked List Operations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element at index i: O(n) -- must traverse from head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value: O(n) -- traverse until found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head: O(1) -- update the new node's next, update head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tail: O(n) without tail pointer, O(1) with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arbitrary position: O(n) to find position, then O(1) to link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at head: O(1) -- advance the head pointer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at arbitrary position: O(n) to find, O(1) to unlink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the Head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operation: make the new node point to the old head, then update head.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insert_head(head,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new_node = Node(value)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new_node.next =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new_node  # new head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Before: head -&gt; 2 -&gt; 3 -&gt;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insert_head(head, 1): head -&gt; 1 -&gt; 2 -&gt; 3 -&gt; None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Inserting at the end is much slower: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insert_tail(head,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new_node = Node(value)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head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new_node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current.next is not None:  # walk to the 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current.next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current.next = new_node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O(n) because we must walk to the end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Lists and Sentinel Nodes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prev pointer to each node lets you traverse backwards and delete in O(1).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Structure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has THREE fields: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the data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pointer to the next node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pointer to the previous node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the list also tracks both a head pointer and a tail pointer.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over singly linked lists: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Traverse in either direction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node in O(1) if you have a pointer to 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before a given node in O(1)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Doubly Linked List Node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node knows its neighbors on both sides.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DNode: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value):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self.value = value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self.next = None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self.prev = None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 delete a known node in O(1):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delete_node(node):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node.prev: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node.prev.next = node.next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node.next: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node.next.prev = node.prev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node can now be garbage collected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Compare to singly linked 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You'd need to traverse from head to find the predecessor -&gt; O(n)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Sentinel Node?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sentinel is a dummy node that always exists at the start (or end) of the list.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 NOT hold real data. Its purpose is to eliminate edge cases.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sentinels: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Inserting at the head requires updating the head pointer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the first element is a special case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operations have if-statements for 'is this the head?'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sentinels: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real node has valid prev and next pointers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looks the same, no special cases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code, easier to reason about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You'll See Doubly Linked Lists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back/forward history (both directions matter)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 stacks in editors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cache (O(1) move-to-front requires doubly linked + hash map)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collections.deque is implemented as a doubly linked list of arrays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node traversal in web browsers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SUBCONCEPT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Linked Lists and Performance Comparison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lists and a head-to-head on when to use arrays vs. linked lists.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Circular Linked List?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circular linked list is a linked list where the last node points back to the first node.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null terminator. The list forms a cycle.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singly circular (only next pointers) or doubly circular (next and prev pointers).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for: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 scheduling (iterate through participants endlessly)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management (ring buffers)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turn order (players cycle)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playlist repeat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List Traversal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detect when you've returned to the start, since there's no null.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3291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traverse_circular(head):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head is None: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current = head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print(current.value)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current = current.next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current == head:  # back to start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break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Contrast with linear list: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while current is not None:  # stop at null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vs. Linked Lists: Head to Head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Array When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fast random access (index lookup)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size is known or bounded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access elements sequentially often (cache locality)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overhead matters (no per-element pointer cost)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search is useful (sorted array)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mostly reading, rarely inserting/deleting in the middle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Linked List When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60020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Insertions and deletions at both ends must be O(1)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never need random access, just traversal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Sizes vary wildly and you don't want to pre-allocate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is very fragmented or limited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to splice or merge lists cheaply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implementing queues, stacks, or deques from scratch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Comparison Summary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by index: Array O(1), Linked List O(n)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head: Array O(n), Linked List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tail: Array O(1) amortized, Linked List O(1) with tail ptr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at position k: Array O(n), Linked List O(k) to find + O(1) to link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head: Array O(n), Linked List O(1)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from tail: Array O(1), Linked List O(n) singly / O(1) doubly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per element: Array 1x, Linked List 2x-3x (pointers cost)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What You Should Know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Static arrays give O(1) access via base + offset, but can't grow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Dynamic arrays double their capacity on full, giving amortized O(1) append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Singly linked lists: O(1) head ops, O(n) anything else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Doubly linked lists add prev pointers for O(1) deletion with a node reference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Arrays win for random access; linked lists win for O(1) splicing at ends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3: Stacks and Queues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ADT and its two classic implementations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ADT: circular arrays and linked list versions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expression parsing, backtracking, BFS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Deques and priority queues (introduction)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1 due end of this week. Assignment 2 released.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Arrays and Linked Lists</dc:title>
  <dc:subject>PptxGenJS Presentation</dc:subject>
  <dc:creator>CS141</dc:creator>
  <cp:lastModifiedBy>CS141</cp:lastModifiedBy>
  <cp:revision>1</cp:revision>
  <dcterms:created xsi:type="dcterms:W3CDTF">2026-04-19T07:33:02Z</dcterms:created>
  <dcterms:modified xsi:type="dcterms:W3CDTF">2026-04-19T07:33:02Z</dcterms:modified>
</cp:coreProperties>
</file>